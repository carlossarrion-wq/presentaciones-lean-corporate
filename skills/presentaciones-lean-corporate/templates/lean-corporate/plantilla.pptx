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1" r:id="rId1"/>
  </p:sldMasterIdLst>
  <p:notesMasterIdLst>
    <p:notesMasterId r:id="rId31"/>
  </p:notesMasterIdLst>
  <p:sldIdLst/>
  <p:sldSz cx="24382413" cy="13716000"/>
  <p:notesSz cx="6858000" cy="9144000"/>
  <p:defaultTextStyle>
    <a:defPPr>
      <a:defRPr lang="en-US"/>
    </a:defPPr>
    <a:lvl1pPr marL="0" algn="l" defTabSz="2177004" rtl="0" eaLnBrk="1" latinLnBrk="0" hangingPunct="1">
      <a:defRPr sz="4285" kern="1200">
        <a:solidFill>
          <a:schemeClr val="tx1"/>
        </a:solidFill>
        <a:latin typeface="+mn-lt"/>
        <a:ea typeface="+mn-ea"/>
        <a:cs typeface="+mn-cs"/>
      </a:defRPr>
    </a:lvl1pPr>
    <a:lvl2pPr marL="1088502" algn="l" defTabSz="2177004" rtl="0" eaLnBrk="1" latinLnBrk="0" hangingPunct="1">
      <a:defRPr sz="4285" kern="1200">
        <a:solidFill>
          <a:schemeClr val="tx1"/>
        </a:solidFill>
        <a:latin typeface="+mn-lt"/>
        <a:ea typeface="+mn-ea"/>
        <a:cs typeface="+mn-cs"/>
      </a:defRPr>
    </a:lvl2pPr>
    <a:lvl3pPr marL="2177004" algn="l" defTabSz="2177004" rtl="0" eaLnBrk="1" latinLnBrk="0" hangingPunct="1">
      <a:defRPr sz="4285" kern="1200">
        <a:solidFill>
          <a:schemeClr val="tx1"/>
        </a:solidFill>
        <a:latin typeface="+mn-lt"/>
        <a:ea typeface="+mn-ea"/>
        <a:cs typeface="+mn-cs"/>
      </a:defRPr>
    </a:lvl3pPr>
    <a:lvl4pPr marL="3265505" algn="l" defTabSz="2177004" rtl="0" eaLnBrk="1" latinLnBrk="0" hangingPunct="1">
      <a:defRPr sz="4285" kern="1200">
        <a:solidFill>
          <a:schemeClr val="tx1"/>
        </a:solidFill>
        <a:latin typeface="+mn-lt"/>
        <a:ea typeface="+mn-ea"/>
        <a:cs typeface="+mn-cs"/>
      </a:defRPr>
    </a:lvl4pPr>
    <a:lvl5pPr marL="4354007" algn="l" defTabSz="2177004" rtl="0" eaLnBrk="1" latinLnBrk="0" hangingPunct="1">
      <a:defRPr sz="4285" kern="1200">
        <a:solidFill>
          <a:schemeClr val="tx1"/>
        </a:solidFill>
        <a:latin typeface="+mn-lt"/>
        <a:ea typeface="+mn-ea"/>
        <a:cs typeface="+mn-cs"/>
      </a:defRPr>
    </a:lvl5pPr>
    <a:lvl6pPr marL="5442509" algn="l" defTabSz="2177004" rtl="0" eaLnBrk="1" latinLnBrk="0" hangingPunct="1">
      <a:defRPr sz="4285" kern="1200">
        <a:solidFill>
          <a:schemeClr val="tx1"/>
        </a:solidFill>
        <a:latin typeface="+mn-lt"/>
        <a:ea typeface="+mn-ea"/>
        <a:cs typeface="+mn-cs"/>
      </a:defRPr>
    </a:lvl6pPr>
    <a:lvl7pPr marL="6531011" algn="l" defTabSz="2177004" rtl="0" eaLnBrk="1" latinLnBrk="0" hangingPunct="1">
      <a:defRPr sz="4285" kern="1200">
        <a:solidFill>
          <a:schemeClr val="tx1"/>
        </a:solidFill>
        <a:latin typeface="+mn-lt"/>
        <a:ea typeface="+mn-ea"/>
        <a:cs typeface="+mn-cs"/>
      </a:defRPr>
    </a:lvl7pPr>
    <a:lvl8pPr marL="7619512" algn="l" defTabSz="2177004" rtl="0" eaLnBrk="1" latinLnBrk="0" hangingPunct="1">
      <a:defRPr sz="4285" kern="1200">
        <a:solidFill>
          <a:schemeClr val="tx1"/>
        </a:solidFill>
        <a:latin typeface="+mn-lt"/>
        <a:ea typeface="+mn-ea"/>
        <a:cs typeface="+mn-cs"/>
      </a:defRPr>
    </a:lvl8pPr>
    <a:lvl9pPr marL="8708014" algn="l" defTabSz="2177004" rtl="0" eaLnBrk="1" latinLnBrk="0" hangingPunct="1">
      <a:defRPr sz="428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1F4E5E"/>
    <a:srgbClr val="D0D8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92"/>
    <p:restoredTop sz="94767"/>
  </p:normalViewPr>
  <p:slideViewPr>
    <p:cSldViewPr>
      <p:cViewPr>
        <p:scale>
          <a:sx n="52" d="100"/>
          <a:sy n="52" d="100"/>
        </p:scale>
        <p:origin x="1056" y="120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E861C-486B-4E18-A0E9-A790238A915C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11066-0135-4CAA-8AD4-89A97190AC0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2177004" rtl="0" eaLnBrk="1" latinLnBrk="0" hangingPunct="1">
      <a:defRPr sz="2857" kern="1200">
        <a:solidFill>
          <a:schemeClr val="tx1"/>
        </a:solidFill>
        <a:latin typeface="+mn-lt"/>
        <a:ea typeface="+mn-ea"/>
        <a:cs typeface="+mn-cs"/>
      </a:defRPr>
    </a:lvl1pPr>
    <a:lvl2pPr marL="1088502" algn="l" defTabSz="2177004" rtl="0" eaLnBrk="1" latinLnBrk="0" hangingPunct="1">
      <a:defRPr sz="2857" kern="1200">
        <a:solidFill>
          <a:schemeClr val="tx1"/>
        </a:solidFill>
        <a:latin typeface="+mn-lt"/>
        <a:ea typeface="+mn-ea"/>
        <a:cs typeface="+mn-cs"/>
      </a:defRPr>
    </a:lvl2pPr>
    <a:lvl3pPr marL="2177004" algn="l" defTabSz="2177004" rtl="0" eaLnBrk="1" latinLnBrk="0" hangingPunct="1">
      <a:defRPr sz="2857" kern="1200">
        <a:solidFill>
          <a:schemeClr val="tx1"/>
        </a:solidFill>
        <a:latin typeface="+mn-lt"/>
        <a:ea typeface="+mn-ea"/>
        <a:cs typeface="+mn-cs"/>
      </a:defRPr>
    </a:lvl3pPr>
    <a:lvl4pPr marL="3265505" algn="l" defTabSz="2177004" rtl="0" eaLnBrk="1" latinLnBrk="0" hangingPunct="1">
      <a:defRPr sz="2857" kern="1200">
        <a:solidFill>
          <a:schemeClr val="tx1"/>
        </a:solidFill>
        <a:latin typeface="+mn-lt"/>
        <a:ea typeface="+mn-ea"/>
        <a:cs typeface="+mn-cs"/>
      </a:defRPr>
    </a:lvl4pPr>
    <a:lvl5pPr marL="4354007" algn="l" defTabSz="2177004" rtl="0" eaLnBrk="1" latinLnBrk="0" hangingPunct="1">
      <a:defRPr sz="2857" kern="1200">
        <a:solidFill>
          <a:schemeClr val="tx1"/>
        </a:solidFill>
        <a:latin typeface="+mn-lt"/>
        <a:ea typeface="+mn-ea"/>
        <a:cs typeface="+mn-cs"/>
      </a:defRPr>
    </a:lvl5pPr>
    <a:lvl6pPr marL="5442509" algn="l" defTabSz="2177004" rtl="0" eaLnBrk="1" latinLnBrk="0" hangingPunct="1">
      <a:defRPr sz="2857" kern="1200">
        <a:solidFill>
          <a:schemeClr val="tx1"/>
        </a:solidFill>
        <a:latin typeface="+mn-lt"/>
        <a:ea typeface="+mn-ea"/>
        <a:cs typeface="+mn-cs"/>
      </a:defRPr>
    </a:lvl6pPr>
    <a:lvl7pPr marL="6531011" algn="l" defTabSz="2177004" rtl="0" eaLnBrk="1" latinLnBrk="0" hangingPunct="1">
      <a:defRPr sz="2857" kern="1200">
        <a:solidFill>
          <a:schemeClr val="tx1"/>
        </a:solidFill>
        <a:latin typeface="+mn-lt"/>
        <a:ea typeface="+mn-ea"/>
        <a:cs typeface="+mn-cs"/>
      </a:defRPr>
    </a:lvl7pPr>
    <a:lvl8pPr marL="7619512" algn="l" defTabSz="2177004" rtl="0" eaLnBrk="1" latinLnBrk="0" hangingPunct="1">
      <a:defRPr sz="2857" kern="1200">
        <a:solidFill>
          <a:schemeClr val="tx1"/>
        </a:solidFill>
        <a:latin typeface="+mn-lt"/>
        <a:ea typeface="+mn-ea"/>
        <a:cs typeface="+mn-cs"/>
      </a:defRPr>
    </a:lvl8pPr>
    <a:lvl9pPr marL="8708014" algn="l" defTabSz="2177004" rtl="0" eaLnBrk="1" latinLnBrk="0" hangingPunct="1">
      <a:defRPr sz="285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tif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tif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ullets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422" y="1387556"/>
            <a:ext cx="21969570" cy="1433163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422" y="3108960"/>
            <a:ext cx="21969570" cy="9395556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  <p:extLst>
      <p:ext uri="{BB962C8B-B14F-4D97-AF65-F5344CB8AC3E}">
        <p14:creationId xmlns:p14="http://schemas.microsoft.com/office/powerpoint/2010/main" val="167312271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1206422" y="2372962"/>
            <a:ext cx="2196957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0" i="0">
                <a:latin typeface="IBM Plex Sans Light" panose="020B0403050000000000" pitchFamily="34" charset="77"/>
              </a:defRPr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422" y="3566160"/>
            <a:ext cx="21969570" cy="89383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/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" name="CuadroTexto 4">
            <a:extLst>
              <a:ext uri="{FF2B5EF4-FFF2-40B4-BE49-F238E27FC236}">
                <a16:creationId xmlns:a16="http://schemas.microsoft.com/office/drawing/2014/main" id="{115F9EE0-E9AB-4D35-C35F-90C7C713BE67}"/>
              </a:ext>
            </a:extLst>
          </p:cNvPr>
          <p:cNvSpPr txBox="1"/>
          <p:nvPr userDrawn="1"/>
        </p:nvSpPr>
        <p:spPr>
          <a:xfrm>
            <a:off x="23315682" y="12729239"/>
            <a:ext cx="585178" cy="7027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100" rtlCol="0" anchor="ctr">
            <a:spAutoFit/>
          </a:bodyPr>
          <a:lstStyle/>
          <a:p>
            <a:pPr algn="ctr" defTabSz="825417" hangingPunct="0">
              <a:spcBef>
                <a:spcPts val="1800"/>
              </a:spcBef>
            </a:pPr>
            <a:fld id="{E4706364-2B4E-E341-88EE-2E745FF7F201}" type="slidenum">
              <a:rPr lang="es-ES" sz="2400" b="1" kern="0" spc="-55" dirty="0">
                <a:solidFill>
                  <a:srgbClr val="1F4E5E"/>
                </a:solidFill>
                <a:latin typeface="IBM Plex Sans Light" panose="020B0403050000000000" pitchFamily="34" charset="77"/>
                <a:ea typeface="Helvetica Neue"/>
                <a:cs typeface="Helvetica Neue"/>
                <a:sym typeface="Helvetica Neue"/>
              </a:rPr>
              <a:t>‹#›</a:t>
            </a:fld>
            <a:endParaRPr lang="es-ES" sz="2400" b="1" kern="0" spc="-55" dirty="0">
              <a:solidFill>
                <a:srgbClr val="1F4E5E"/>
              </a:solidFill>
              <a:latin typeface="IBM Plex Sans Light" panose="020B0403050000000000" pitchFamily="34" charset="77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DE107C-3219-0519-DA00-F97BDAFAE4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0138" y="12340899"/>
            <a:ext cx="2691295" cy="90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24689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ulle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4543994" y="1163782"/>
            <a:ext cx="18631997" cy="11340734"/>
          </a:xfrm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B1FB3D36-0C78-6B49-A2EF-6DAD8B6871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5" y="12340899"/>
            <a:ext cx="2570691" cy="90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827013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ABFB5B8B-88E1-234F-8DCA-FA2FED8535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5" y="12340899"/>
            <a:ext cx="2570691" cy="906541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362AD5-2565-1941-B6DD-5222463AD5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4995" y="1737361"/>
            <a:ext cx="22058464" cy="10057765"/>
          </a:xfrm>
        </p:spPr>
        <p:txBody>
          <a:bodyPr>
            <a:normAutofit/>
          </a:bodyPr>
          <a:lstStyle>
            <a:lvl1pPr marL="571443" marR="0" indent="-571443" algn="l" defTabSz="2438094" rtl="0" eaLnBrk="1" fontAlgn="auto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Char char="•"/>
              <a:tabLst/>
              <a:defRPr sz="36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Proin lacinia </a:t>
            </a:r>
            <a:r>
              <a:rPr lang="en-US" err="1"/>
              <a:t>ultrices</a:t>
            </a:r>
            <a:r>
              <a:rPr lang="en-US"/>
              <a:t> ex et pulvinar. </a:t>
            </a:r>
            <a:r>
              <a:rPr lang="en-US" err="1"/>
              <a:t>Curabitur</a:t>
            </a:r>
            <a:r>
              <a:rPr lang="en-US"/>
              <a:t> id </a:t>
            </a:r>
            <a:r>
              <a:rPr lang="en-US" err="1"/>
              <a:t>sem</a:t>
            </a:r>
            <a:r>
              <a:rPr lang="en-US"/>
              <a:t> mi.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porttitor</a:t>
            </a:r>
            <a:r>
              <a:rPr lang="en-US"/>
              <a:t> lorem </a:t>
            </a:r>
            <a:r>
              <a:rPr lang="en-US" err="1"/>
              <a:t>commodo</a:t>
            </a:r>
            <a:r>
              <a:rPr lang="en-US"/>
              <a:t> ac. 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Proin lacinia </a:t>
            </a:r>
            <a:r>
              <a:rPr lang="en-US" err="1"/>
              <a:t>ultrices</a:t>
            </a:r>
            <a:r>
              <a:rPr lang="en-US"/>
              <a:t> ex et pulvinar. </a:t>
            </a:r>
            <a:r>
              <a:rPr lang="en-US" err="1"/>
              <a:t>Curabitur</a:t>
            </a:r>
            <a:r>
              <a:rPr lang="en-US"/>
              <a:t> id </a:t>
            </a:r>
            <a:r>
              <a:rPr lang="en-US" err="1"/>
              <a:t>sem</a:t>
            </a:r>
            <a:r>
              <a:rPr lang="en-US"/>
              <a:t> mi. </a:t>
            </a:r>
          </a:p>
          <a:p>
            <a:pPr lvl="0"/>
            <a:r>
              <a:rPr lang="en-US" err="1"/>
              <a:t>Xx</a:t>
            </a:r>
            <a:endParaRPr lang="en-US"/>
          </a:p>
          <a:p>
            <a:pPr lvl="0"/>
            <a:r>
              <a:rPr lang="en-US" err="1"/>
              <a:t>Xx</a:t>
            </a:r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29155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18" y="2574991"/>
            <a:ext cx="21969574" cy="4648201"/>
          </a:xfrm>
          <a:prstGeom prst="rect">
            <a:avLst/>
          </a:prstGeom>
        </p:spPr>
        <p:txBody>
          <a:bodyPr anchor="b"/>
          <a:lstStyle>
            <a:lvl1pPr algn="l">
              <a:defRPr sz="11599" spc="-232">
                <a:solidFill>
                  <a:srgbClr val="004F60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264" y="7223191"/>
            <a:ext cx="21969571" cy="1905001"/>
          </a:xfrm>
          <a:prstGeom prst="rect">
            <a:avLst/>
          </a:prstGeom>
        </p:spPr>
        <p:txBody>
          <a:bodyPr/>
          <a:lstStyle>
            <a:lvl1pPr marL="0" indent="0" algn="l" defTabSz="825417">
              <a:lnSpc>
                <a:spcPct val="100000"/>
              </a:lnSpc>
              <a:spcBef>
                <a:spcPts val="0"/>
              </a:spcBef>
              <a:buSzTx/>
              <a:buNone/>
              <a:defRPr sz="4800" b="0" i="0">
                <a:solidFill>
                  <a:srgbClr val="08BED4"/>
                </a:solidFill>
                <a:latin typeface="IBM Plex Sans Light" panose="020B0403050000000000" pitchFamily="34" charset="77"/>
              </a:defRPr>
            </a:lvl1pPr>
            <a:lvl2pPr marL="0" indent="0" algn="l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1">
                <a:solidFill>
                  <a:srgbClr val="08BED4"/>
                </a:solidFill>
              </a:defRPr>
            </a:lvl2pPr>
            <a:lvl3pPr marL="0" indent="0" algn="l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1">
                <a:solidFill>
                  <a:srgbClr val="08BED4"/>
                </a:solidFill>
              </a:defRPr>
            </a:lvl3pPr>
            <a:lvl4pPr marL="0" indent="0" algn="l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1">
                <a:solidFill>
                  <a:srgbClr val="08BED4"/>
                </a:solidFill>
              </a:defRPr>
            </a:lvl4pPr>
            <a:lvl5pPr marL="0" indent="0" algn="l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1">
                <a:solidFill>
                  <a:srgbClr val="08BED4"/>
                </a:solidFill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2CECF1-38DB-DBA9-F2A1-5EDF471914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0138" y="11788279"/>
            <a:ext cx="4715620" cy="158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429072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609F43A-AD53-DB4B-B031-F5518E6443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1386" y="11709400"/>
            <a:ext cx="4953124" cy="1746179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713A3B6-F42E-B344-9A13-00C7C22385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54994" y="5370354"/>
            <a:ext cx="15993021" cy="2122488"/>
          </a:xfrm>
        </p:spPr>
        <p:txBody>
          <a:bodyPr>
            <a:noAutofit/>
          </a:bodyPr>
          <a:lstStyle>
            <a:lvl1pPr marL="0" marR="0" indent="0" algn="l" defTabSz="2438094" rtl="0" eaLnBrk="1" fontAlgn="auto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14999" b="1"/>
            </a:lvl1pPr>
          </a:lstStyle>
          <a:p>
            <a:pPr marL="0" marR="0" lvl="0" indent="0" algn="l" defTabSz="2438094" rtl="0" eaLnBrk="1" fontAlgn="auto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/>
            </a:pPr>
            <a:r>
              <a:rPr lang="en-GB"/>
              <a:t>insert title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662600-C864-2147-BC6E-3FD45F43EF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54994" y="7492842"/>
            <a:ext cx="7771894" cy="952500"/>
          </a:xfrm>
        </p:spPr>
        <p:txBody>
          <a:bodyPr/>
          <a:lstStyle>
            <a:lvl1pPr marL="0" indent="0">
              <a:buNone/>
              <a:defRPr b="0" i="0">
                <a:solidFill>
                  <a:srgbClr val="08BED4"/>
                </a:solidFill>
                <a:latin typeface="IBM Plex Sans Light" panose="020B0403050000000000" pitchFamily="34" charset="77"/>
              </a:defRPr>
            </a:lvl1pPr>
          </a:lstStyle>
          <a:p>
            <a:pPr lvl="0"/>
            <a:r>
              <a:rPr lang="en-US"/>
              <a:t>XX January 2021</a:t>
            </a:r>
          </a:p>
        </p:txBody>
      </p:sp>
    </p:spTree>
    <p:extLst>
      <p:ext uri="{BB962C8B-B14F-4D97-AF65-F5344CB8AC3E}">
        <p14:creationId xmlns:p14="http://schemas.microsoft.com/office/powerpoint/2010/main" val="212881070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4543995" y="3951614"/>
            <a:ext cx="9654835" cy="114685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999"/>
            </a:lvl1pPr>
          </a:lstStyle>
          <a:p>
            <a:r>
              <a:t>Agenda 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4543994" y="5386715"/>
            <a:ext cx="18631997" cy="7406043"/>
          </a:xfrm>
          <a:prstGeom prst="rect">
            <a:avLst/>
          </a:prstGeom>
        </p:spPr>
        <p:txBody>
          <a:bodyPr/>
          <a:lstStyle>
            <a:lvl1pPr marL="571443" indent="-571443" defTabSz="825417">
              <a:lnSpc>
                <a:spcPct val="100000"/>
              </a:lnSpc>
              <a:spcBef>
                <a:spcPts val="1800"/>
              </a:spcBef>
              <a:buSzTx/>
              <a:buFont typeface="Arial" panose="020B0604020202020204" pitchFamily="34" charset="0"/>
              <a:buChar char="•"/>
              <a:defRPr sz="4000" b="0" i="0" spc="-55">
                <a:solidFill>
                  <a:srgbClr val="1F4E5E"/>
                </a:solidFill>
                <a:latin typeface="IBM Plex Sans Light" panose="020B0403050000000000" pitchFamily="34" charset="77"/>
              </a:defRPr>
            </a:lvl1pPr>
            <a:lvl2pPr marL="0" indent="0" defTabSz="825417">
              <a:lnSpc>
                <a:spcPct val="100000"/>
              </a:lnSpc>
              <a:spcBef>
                <a:spcPts val="1800"/>
              </a:spcBef>
              <a:buSzTx/>
              <a:buNone/>
              <a:defRPr sz="5499" spc="-55">
                <a:solidFill>
                  <a:srgbClr val="1F4E5E"/>
                </a:solidFill>
              </a:defRPr>
            </a:lvl2pPr>
            <a:lvl3pPr marL="0" indent="0" defTabSz="825417">
              <a:lnSpc>
                <a:spcPct val="100000"/>
              </a:lnSpc>
              <a:spcBef>
                <a:spcPts val="1800"/>
              </a:spcBef>
              <a:buSzTx/>
              <a:buNone/>
              <a:defRPr sz="5499" spc="-55">
                <a:solidFill>
                  <a:srgbClr val="1F4E5E"/>
                </a:solidFill>
              </a:defRPr>
            </a:lvl3pPr>
            <a:lvl4pPr marL="0" indent="0" defTabSz="825417">
              <a:lnSpc>
                <a:spcPct val="100000"/>
              </a:lnSpc>
              <a:spcBef>
                <a:spcPts val="1800"/>
              </a:spcBef>
              <a:buSzTx/>
              <a:buNone/>
              <a:defRPr sz="5499" spc="-55">
                <a:solidFill>
                  <a:srgbClr val="1F4E5E"/>
                </a:solidFill>
              </a:defRPr>
            </a:lvl4pPr>
            <a:lvl5pPr marL="0" indent="0" defTabSz="825417">
              <a:lnSpc>
                <a:spcPct val="100000"/>
              </a:lnSpc>
              <a:spcBef>
                <a:spcPts val="1800"/>
              </a:spcBef>
              <a:buSzTx/>
              <a:buNone/>
              <a:defRPr sz="5499" spc="-55">
                <a:solidFill>
                  <a:srgbClr val="1F4E5E"/>
                </a:solidFill>
              </a:defRPr>
            </a:lvl5pPr>
          </a:lstStyle>
          <a:p>
            <a:r>
              <a:t>Agenda Topics</a:t>
            </a:r>
            <a:endParaRPr lang="en-GB"/>
          </a:p>
          <a:p>
            <a:r>
              <a:rPr lang="en-GB" err="1"/>
              <a:t>Xx</a:t>
            </a:r>
            <a:endParaRPr lang="en-GB"/>
          </a:p>
          <a:p>
            <a:r>
              <a:rPr lang="en-GB" err="1"/>
              <a:t>Xx</a:t>
            </a:r>
            <a:endParaRPr/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3ECDA4-EF5D-4C7E-3B70-070C14BA53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0138" y="12340899"/>
            <a:ext cx="2691295" cy="90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96897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364BB925-7324-4645-ACAD-ACDD22401A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5" y="12340899"/>
            <a:ext cx="2570691" cy="9065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A4862A-7AAD-2E4D-9A0E-CEFE08D93C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6422" y="6141419"/>
            <a:ext cx="21969570" cy="1433163"/>
          </a:xfrm>
        </p:spPr>
        <p:txBody>
          <a:bodyPr>
            <a:normAutofit/>
          </a:bodyPr>
          <a:lstStyle>
            <a:lvl1pPr>
              <a:defRPr sz="8499" b="1" i="0">
                <a:latin typeface="IBM Plex Sans" panose="020B0503050000000000" pitchFamily="34" charset="77"/>
              </a:defRPr>
            </a:lvl1pPr>
          </a:lstStyle>
          <a:p>
            <a:r>
              <a:rPr lang="en-GB"/>
              <a:t>Divider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16235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&amp; Image/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>
            <a:spLocks noGrp="1"/>
          </p:cNvSpPr>
          <p:nvPr>
            <p:ph type="pic" idx="13"/>
          </p:nvPr>
        </p:nvSpPr>
        <p:spPr>
          <a:xfrm>
            <a:off x="10972086" y="2881745"/>
            <a:ext cx="12144047" cy="956425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421" y="2881745"/>
            <a:ext cx="9778364" cy="4270528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421" y="7060576"/>
            <a:ext cx="9778364" cy="5385424"/>
          </a:xfrm>
          <a:prstGeom prst="rect">
            <a:avLst/>
          </a:prstGeom>
        </p:spPr>
        <p:txBody>
          <a:bodyPr/>
          <a:lstStyle>
            <a:lvl1pPr marL="0" indent="0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0" i="0">
                <a:solidFill>
                  <a:srgbClr val="1F4E5E"/>
                </a:solidFill>
                <a:latin typeface="IBM Plex Sans Light" panose="020B0403050000000000" pitchFamily="34" charset="77"/>
              </a:defRPr>
            </a:lvl1pPr>
            <a:lvl2pPr marL="0" indent="0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1">
                <a:solidFill>
                  <a:srgbClr val="1F4E5E"/>
                </a:solidFill>
              </a:defRPr>
            </a:lvl2pPr>
            <a:lvl3pPr marL="0" indent="0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1">
                <a:solidFill>
                  <a:srgbClr val="1F4E5E"/>
                </a:solidFill>
              </a:defRPr>
            </a:lvl3pPr>
            <a:lvl4pPr marL="0" indent="0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1">
                <a:solidFill>
                  <a:srgbClr val="1F4E5E"/>
                </a:solidFill>
              </a:defRPr>
            </a:lvl4pPr>
            <a:lvl5pPr marL="0" indent="0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1">
                <a:solidFill>
                  <a:srgbClr val="1F4E5E"/>
                </a:solidFill>
              </a:defRPr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6" name="Picture 5" descr="Logo, company name&#10;&#10;Description automatically generated">
            <a:extLst>
              <a:ext uri="{FF2B5EF4-FFF2-40B4-BE49-F238E27FC236}">
                <a16:creationId xmlns:a16="http://schemas.microsoft.com/office/drawing/2014/main" id="{290A7C8A-2B87-464A-B781-3B296DD66C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5" y="12340899"/>
            <a:ext cx="2570691" cy="90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08112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creen Shot 2021-01-18 at 7.06.18 PM.png">
            <a:extLst>
              <a:ext uri="{FF2B5EF4-FFF2-40B4-BE49-F238E27FC236}">
                <a16:creationId xmlns:a16="http://schemas.microsoft.com/office/drawing/2014/main" id="{1F056608-931C-8B42-86AA-5D41522E56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47" r="20491" b="11647"/>
          <a:stretch/>
        </p:blipFill>
        <p:spPr>
          <a:xfrm>
            <a:off x="9575177" y="0"/>
            <a:ext cx="14807236" cy="13716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094" y="0"/>
                </a:moveTo>
                <a:cubicBezTo>
                  <a:pt x="4017" y="4839"/>
                  <a:pt x="2321" y="10016"/>
                  <a:pt x="1415" y="13679"/>
                </a:cubicBezTo>
                <a:cubicBezTo>
                  <a:pt x="953" y="15548"/>
                  <a:pt x="385" y="18847"/>
                  <a:pt x="0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6094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" name="Picture 5" descr="Logo, company name&#10;&#10;Description automatically generated">
            <a:extLst>
              <a:ext uri="{FF2B5EF4-FFF2-40B4-BE49-F238E27FC236}">
                <a16:creationId xmlns:a16="http://schemas.microsoft.com/office/drawing/2014/main" id="{9BF1E2D7-D790-3045-BFE1-3FFC019B6C0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5" y="12340899"/>
            <a:ext cx="2570691" cy="906541"/>
          </a:xfrm>
          <a:prstGeom prst="rect">
            <a:avLst/>
          </a:prstGeom>
        </p:spPr>
      </p:pic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9C0B755-CE02-B946-99A3-2153765E3C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8719" y="2222500"/>
            <a:ext cx="7695699" cy="9271000"/>
          </a:xfrm>
        </p:spPr>
        <p:txBody>
          <a:bodyPr anchor="ctr">
            <a:normAutofit/>
          </a:bodyPr>
          <a:lstStyle>
            <a:lvl1pPr marL="0" indent="0">
              <a:buNone/>
              <a:defRPr sz="3600" b="0" i="0">
                <a:solidFill>
                  <a:srgbClr val="1F4E5E"/>
                </a:solidFill>
                <a:latin typeface="IBM Plex Sans Light" panose="020B0403050000000000" pitchFamily="34" charset="77"/>
              </a:defRPr>
            </a:lvl1pPr>
          </a:lstStyle>
          <a:p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  <a:r>
              <a:rPr lang="en-GB" err="1"/>
              <a:t>Nulla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at </a:t>
            </a:r>
            <a:r>
              <a:rPr lang="en-GB" err="1"/>
              <a:t>massa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</a:t>
            </a:r>
            <a:r>
              <a:rPr lang="en-GB" err="1"/>
              <a:t>sollicitudin</a:t>
            </a:r>
            <a:r>
              <a:rPr lang="en-GB"/>
              <a:t>. Cras </a:t>
            </a:r>
            <a:r>
              <a:rPr lang="en-GB" err="1"/>
              <a:t>lobortis</a:t>
            </a:r>
            <a:r>
              <a:rPr lang="en-GB"/>
              <a:t> semper </a:t>
            </a:r>
            <a:r>
              <a:rPr lang="en-GB" err="1"/>
              <a:t>purus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auctor.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90DEB-9CBB-9440-B7F1-75CD6B0EA3A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3989410" y="2222500"/>
            <a:ext cx="9244284" cy="9271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79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1804848465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Image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creen Shot 2021-01-18 at 7.06.18 PM.png">
            <a:extLst>
              <a:ext uri="{FF2B5EF4-FFF2-40B4-BE49-F238E27FC236}">
                <a16:creationId xmlns:a16="http://schemas.microsoft.com/office/drawing/2014/main" id="{1F056608-931C-8B42-86AA-5D41522E56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47" r="20491" b="11647"/>
          <a:stretch/>
        </p:blipFill>
        <p:spPr>
          <a:xfrm>
            <a:off x="9575177" y="0"/>
            <a:ext cx="14807236" cy="13716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094" y="0"/>
                </a:moveTo>
                <a:cubicBezTo>
                  <a:pt x="4017" y="4839"/>
                  <a:pt x="2321" y="10016"/>
                  <a:pt x="1415" y="13679"/>
                </a:cubicBezTo>
                <a:cubicBezTo>
                  <a:pt x="953" y="15548"/>
                  <a:pt x="385" y="18847"/>
                  <a:pt x="0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6094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" name="Picture 5" descr="Logo, company name&#10;&#10;Description automatically generated">
            <a:extLst>
              <a:ext uri="{FF2B5EF4-FFF2-40B4-BE49-F238E27FC236}">
                <a16:creationId xmlns:a16="http://schemas.microsoft.com/office/drawing/2014/main" id="{9BF1E2D7-D790-3045-BFE1-3FFC019B6C0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5" y="12340899"/>
            <a:ext cx="2570691" cy="90654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1557E-F28F-E243-8866-F5649EB270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15333" y="2881402"/>
            <a:ext cx="6422607" cy="7453313"/>
          </a:xfrm>
        </p:spPr>
        <p:txBody>
          <a:bodyPr>
            <a:noAutofit/>
          </a:bodyPr>
          <a:lstStyle>
            <a:lvl1pPr marL="0" indent="0">
              <a:buNone/>
              <a:defRPr sz="13799" b="1"/>
            </a:lvl1pPr>
          </a:lstStyle>
          <a:p>
            <a:pPr lvl="0"/>
            <a:r>
              <a:rPr lang="en-US"/>
              <a:t>Insert short header here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F6B0DCE-F690-8942-BD0C-A625CDAA9D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3943693" y="2222500"/>
            <a:ext cx="9290001" cy="9271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79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54279753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/Ch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ert 4 word…">
            <a:extLst>
              <a:ext uri="{FF2B5EF4-FFF2-40B4-BE49-F238E27FC236}">
                <a16:creationId xmlns:a16="http://schemas.microsoft.com/office/drawing/2014/main" id="{BC1A8CE5-D5A6-1142-8978-EF2EF1007E5F}"/>
              </a:ext>
            </a:extLst>
          </p:cNvPr>
          <p:cNvSpPr txBox="1"/>
          <p:nvPr userDrawn="1"/>
        </p:nvSpPr>
        <p:spPr>
          <a:xfrm>
            <a:off x="13965176" y="6122895"/>
            <a:ext cx="8780000" cy="970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9527" tIns="59527" rIns="59527" bIns="59527">
            <a:spAutoFit/>
          </a:bodyPr>
          <a:lstStyle/>
          <a:p>
            <a:pPr algn="ctr" defTabSz="684541">
              <a:lnSpc>
                <a:spcPct val="70000"/>
              </a:lnSpc>
              <a:spcBef>
                <a:spcPts val="0"/>
              </a:spcBef>
              <a:defRPr sz="14000" spc="-419">
                <a:solidFill>
                  <a:srgbClr val="204E5E"/>
                </a:solidFill>
                <a:latin typeface="IBM Plex Sans SmBld"/>
                <a:ea typeface="IBM Plex Sans SmBld"/>
                <a:cs typeface="IBM Plex Sans SmBld"/>
                <a:sym typeface="IBM Plex Sans SemiBold"/>
              </a:defRPr>
            </a:pPr>
            <a:r>
              <a:rPr lang="en-US" sz="7499">
                <a:solidFill>
                  <a:schemeClr val="bg1"/>
                </a:solidFill>
              </a:rPr>
              <a:t>Insert image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AA8A30-E2CE-9C40-A366-E1BE5AFF814E}"/>
              </a:ext>
            </a:extLst>
          </p:cNvPr>
          <p:cNvSpPr/>
          <p:nvPr userDrawn="1"/>
        </p:nvSpPr>
        <p:spPr>
          <a:xfrm>
            <a:off x="7857614" y="6638391"/>
            <a:ext cx="15891121" cy="595035"/>
          </a:xfrm>
          <a:prstGeom prst="rect">
            <a:avLst/>
          </a:prstGeom>
          <a:solidFill>
            <a:srgbClr val="28272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100" rtlCol="0" anchor="ctr">
            <a:spAutoFit/>
          </a:bodyPr>
          <a:lstStyle/>
          <a:p>
            <a:pPr marL="0" marR="0" indent="0" algn="ctr" defTabSz="82541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0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FAB10B96-5ED0-6744-B4B8-E74E3B713C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5" y="12340899"/>
            <a:ext cx="2570691" cy="906541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23F0701-4D8B-364E-BE81-BCAE914D936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343357" y="2222500"/>
            <a:ext cx="14890337" cy="9271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79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image here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5C0B4646-1B4A-6F44-B425-EF95D026AD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6084" y="4663806"/>
            <a:ext cx="6076489" cy="6761114"/>
          </a:xfrm>
        </p:spPr>
        <p:txBody>
          <a:bodyPr anchor="t">
            <a:normAutofit/>
          </a:bodyPr>
          <a:lstStyle>
            <a:lvl1pPr marL="0" marR="0" indent="0" algn="l" defTabSz="2438094" rtl="0" eaLnBrk="1" fontAlgn="auto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2800" b="0" i="0">
                <a:solidFill>
                  <a:srgbClr val="1F4E5E"/>
                </a:solidFill>
                <a:latin typeface="IBM Plex Sans Light" panose="020B0403050000000000" pitchFamily="34" charset="77"/>
              </a:defRPr>
            </a:lvl1pPr>
          </a:lstStyle>
          <a:p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  <a:r>
              <a:rPr lang="en-GB" err="1"/>
              <a:t>Nulla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at </a:t>
            </a:r>
            <a:r>
              <a:rPr lang="en-GB" err="1"/>
              <a:t>massa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</a:t>
            </a:r>
            <a:r>
              <a:rPr lang="en-GB" err="1"/>
              <a:t>sollicitudin</a:t>
            </a:r>
            <a:r>
              <a:rPr lang="en-GB"/>
              <a:t>. Cras </a:t>
            </a:r>
            <a:r>
              <a:rPr lang="en-GB" err="1"/>
              <a:t>lobortis</a:t>
            </a:r>
            <a:r>
              <a:rPr lang="en-GB"/>
              <a:t> semper </a:t>
            </a:r>
            <a:r>
              <a:rPr lang="en-GB" err="1"/>
              <a:t>purus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auctor.</a:t>
            </a:r>
          </a:p>
          <a:p>
            <a:pPr marL="0" marR="0" lvl="0" indent="0" algn="l" defTabSz="2438094" rtl="0" eaLnBrk="1" fontAlgn="auto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  <a:r>
              <a:rPr lang="en-GB" err="1"/>
              <a:t>Nulla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at </a:t>
            </a:r>
            <a:r>
              <a:rPr lang="en-GB" err="1"/>
              <a:t>massa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</a:t>
            </a:r>
            <a:r>
              <a:rPr lang="en-GB" err="1"/>
              <a:t>sollicitudin</a:t>
            </a:r>
            <a:r>
              <a:rPr lang="en-GB"/>
              <a:t>. Cras </a:t>
            </a:r>
            <a:r>
              <a:rPr lang="en-GB" err="1"/>
              <a:t>lobortis</a:t>
            </a:r>
            <a:r>
              <a:rPr lang="en-GB"/>
              <a:t> semper </a:t>
            </a:r>
            <a:r>
              <a:rPr lang="en-GB" err="1"/>
              <a:t>purus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auctor.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E2859-E77B-F243-880F-1CE426F4A3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66084" y="4022775"/>
            <a:ext cx="6076554" cy="777875"/>
          </a:xfrm>
        </p:spPr>
        <p:txBody>
          <a:bodyPr>
            <a:normAutofit/>
          </a:bodyPr>
          <a:lstStyle>
            <a:lvl1pPr marL="0" indent="0">
              <a:buNone/>
              <a:defRPr sz="3500" b="1">
                <a:solidFill>
                  <a:srgbClr val="08BED4"/>
                </a:solidFill>
              </a:defRPr>
            </a:lvl1pPr>
          </a:lstStyle>
          <a:p>
            <a:pPr lvl="0"/>
            <a:r>
              <a:rPr lang="en-US"/>
              <a:t>headline in semi bold</a:t>
            </a:r>
          </a:p>
        </p:txBody>
      </p:sp>
    </p:spTree>
    <p:extLst>
      <p:ext uri="{BB962C8B-B14F-4D97-AF65-F5344CB8AC3E}">
        <p14:creationId xmlns:p14="http://schemas.microsoft.com/office/powerpoint/2010/main" val="2031413974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hort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1220F6C6-BA62-3B4E-80C7-E80C26ED72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5" y="12340899"/>
            <a:ext cx="2570691" cy="90654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B529312-1F18-C640-A134-A6E501C0EB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591902" y="357810"/>
            <a:ext cx="8292008" cy="12889629"/>
          </a:xfrm>
        </p:spPr>
        <p:txBody>
          <a:bodyPr anchor="ctr">
            <a:normAutofit/>
          </a:bodyPr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IBM Plex Sans Light" panose="020B0403050000000000" pitchFamily="34" charset="77"/>
              </a:defRPr>
            </a:lvl1pPr>
          </a:lstStyle>
          <a:p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  <a:r>
              <a:rPr lang="en-GB" err="1"/>
              <a:t>Nulla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at </a:t>
            </a:r>
            <a:r>
              <a:rPr lang="en-GB" err="1"/>
              <a:t>massa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</a:t>
            </a:r>
            <a:r>
              <a:rPr lang="en-GB" err="1"/>
              <a:t>sollicitudin</a:t>
            </a:r>
            <a:r>
              <a:rPr lang="en-GB"/>
              <a:t>. Cras </a:t>
            </a:r>
            <a:r>
              <a:rPr lang="en-GB" err="1"/>
              <a:t>lobortis</a:t>
            </a:r>
            <a:r>
              <a:rPr lang="en-GB"/>
              <a:t> semper </a:t>
            </a:r>
            <a:r>
              <a:rPr lang="en-GB" err="1"/>
              <a:t>purus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auctor.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0A29DAD-537A-D24C-AAC3-CF6629E6E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8502" y="3292889"/>
            <a:ext cx="7161782" cy="7130222"/>
          </a:xfrm>
        </p:spPr>
        <p:txBody>
          <a:bodyPr anchor="ctr">
            <a:noAutofit/>
          </a:bodyPr>
          <a:lstStyle>
            <a:lvl1pPr>
              <a:defRPr sz="13999" b="1" i="0">
                <a:solidFill>
                  <a:srgbClr val="1F4E5E"/>
                </a:solidFill>
                <a:latin typeface="IBM Plex Sans SmBld" panose="020B0503050000000000" pitchFamily="34" charset="77"/>
              </a:defRPr>
            </a:lvl1pPr>
          </a:lstStyle>
          <a:p>
            <a:r>
              <a:rPr lang="en-GB"/>
              <a:t>insert short header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62919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&amp; Short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6336F0-8123-FB47-900F-6B5D7DCF93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680245" y="2209799"/>
            <a:ext cx="8787828" cy="9296400"/>
          </a:xfrm>
        </p:spPr>
        <p:txBody>
          <a:bodyPr anchor="ctr">
            <a:normAutofit/>
          </a:bodyPr>
          <a:lstStyle>
            <a:lvl1pPr marL="0" indent="0">
              <a:buNone/>
              <a:defRPr sz="4400" b="0" i="0">
                <a:solidFill>
                  <a:schemeClr val="bg1"/>
                </a:solidFill>
                <a:latin typeface="IBM Plex Sans Light" panose="020B0403050000000000" pitchFamily="34" charset="77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Proin lacinia </a:t>
            </a:r>
            <a:r>
              <a:rPr lang="en-US" err="1"/>
              <a:t>ultrices</a:t>
            </a:r>
            <a:r>
              <a:rPr lang="en-US"/>
              <a:t> ex et pulvinar. </a:t>
            </a:r>
            <a:r>
              <a:rPr lang="en-US" err="1"/>
              <a:t>Curabitur</a:t>
            </a:r>
            <a:r>
              <a:rPr lang="en-US"/>
              <a:t> id </a:t>
            </a:r>
            <a:r>
              <a:rPr lang="en-US" err="1"/>
              <a:t>sem</a:t>
            </a:r>
            <a:r>
              <a:rPr lang="en-US"/>
              <a:t> mi.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161B95-642A-1E51-9CF9-3AA83C78E5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46826" y="5785764"/>
            <a:ext cx="6366399" cy="214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4962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/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1C8C2CD3-EE79-9E40-B4A6-8B493A8742B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5" y="12340899"/>
            <a:ext cx="2570691" cy="9065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950801-81C2-504C-8A5B-3FD18241F3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0173" y="6141419"/>
            <a:ext cx="21969570" cy="1433163"/>
          </a:xfrm>
        </p:spPr>
        <p:txBody>
          <a:bodyPr>
            <a:normAutofit/>
          </a:bodyPr>
          <a:lstStyle>
            <a:lvl1pPr algn="ctr">
              <a:defRPr sz="7999"/>
            </a:lvl1pPr>
          </a:lstStyle>
          <a:p>
            <a:r>
              <a:rPr lang="en-GB"/>
              <a:t>insert short quote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4284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7C1444B-5BCB-0E4F-A8C9-7B8719032B2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27377" y="7545504"/>
            <a:ext cx="4346682" cy="15323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32246-6ED4-9D46-B382-B78930C4C6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0195" y="5743490"/>
            <a:ext cx="17441045" cy="2921000"/>
          </a:xfrm>
        </p:spPr>
        <p:txBody>
          <a:bodyPr>
            <a:noAutofit/>
          </a:bodyPr>
          <a:lstStyle>
            <a:lvl1pPr marL="0" indent="0" algn="ctr">
              <a:buNone/>
              <a:defRPr sz="11499" b="1"/>
            </a:lvl1pPr>
          </a:lstStyle>
          <a:p>
            <a:pPr lvl="0"/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85999852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422" y="1079501"/>
            <a:ext cx="2196957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422" y="3040380"/>
            <a:ext cx="21969570" cy="9464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  <p:extLst>
      <p:ext uri="{BB962C8B-B14F-4D97-AF65-F5344CB8AC3E}">
        <p14:creationId xmlns:p14="http://schemas.microsoft.com/office/powerpoint/2010/main" val="638605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</p:sldLayoutIdLst>
  <p:transition spd="med"/>
  <p:txStyles>
    <p:titleStyle>
      <a:lvl1pPr marL="0" marR="0" indent="0" algn="l" defTabSz="2438094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99" b="1" i="0" u="none" strike="noStrike" cap="none" spc="-170" baseline="0">
          <a:solidFill>
            <a:srgbClr val="08BED4"/>
          </a:solidFill>
          <a:uFillTx/>
          <a:latin typeface="IBM Plex Sans" panose="020B0503050000000000" pitchFamily="34" charset="77"/>
          <a:ea typeface="+mn-ea"/>
          <a:cs typeface="+mn-cs"/>
          <a:sym typeface="Helvetica Neue"/>
        </a:defRPr>
      </a:lvl1pPr>
      <a:lvl2pPr marL="0" marR="0" indent="0" algn="l" defTabSz="2438094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99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l" defTabSz="2438094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99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l" defTabSz="2438094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99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l" defTabSz="2438094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99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l" defTabSz="2438094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99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l" defTabSz="2438094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99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l" defTabSz="2438094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99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l" defTabSz="2438094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99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539" marR="0" indent="-609539" algn="l" defTabSz="2438094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1F4E5E"/>
          </a:solidFill>
          <a:uFillTx/>
          <a:latin typeface="IBM Plex Sans" panose="020B0503050000000000" pitchFamily="34" charset="77"/>
          <a:ea typeface="+mn-ea"/>
          <a:cs typeface="+mn-cs"/>
          <a:sym typeface="Helvetica Neue"/>
        </a:defRPr>
      </a:lvl1pPr>
      <a:lvl2pPr marL="1219078" marR="0" indent="-609539" algn="l" defTabSz="2438094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1F4E5E"/>
          </a:solidFill>
          <a:uFillTx/>
          <a:latin typeface="+mn-lt"/>
          <a:ea typeface="+mn-ea"/>
          <a:cs typeface="+mn-cs"/>
          <a:sym typeface="Helvetica Neue"/>
        </a:defRPr>
      </a:lvl2pPr>
      <a:lvl3pPr marL="1828617" marR="0" indent="-609539" algn="l" defTabSz="2438094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1F4E5E"/>
          </a:solidFill>
          <a:uFillTx/>
          <a:latin typeface="+mn-lt"/>
          <a:ea typeface="+mn-ea"/>
          <a:cs typeface="+mn-cs"/>
          <a:sym typeface="Helvetica Neue"/>
        </a:defRPr>
      </a:lvl3pPr>
      <a:lvl4pPr marL="2438156" marR="0" indent="-609539" algn="l" defTabSz="2438094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1F4E5E"/>
          </a:solidFill>
          <a:uFillTx/>
          <a:latin typeface="+mn-lt"/>
          <a:ea typeface="+mn-ea"/>
          <a:cs typeface="+mn-cs"/>
          <a:sym typeface="Helvetica Neue"/>
        </a:defRPr>
      </a:lvl4pPr>
      <a:lvl5pPr marL="3047695" marR="0" indent="-609539" algn="l" defTabSz="2438094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1F4E5E"/>
          </a:solidFill>
          <a:uFillTx/>
          <a:latin typeface="+mn-lt"/>
          <a:ea typeface="+mn-ea"/>
          <a:cs typeface="+mn-cs"/>
          <a:sym typeface="Helvetica Neue"/>
        </a:defRPr>
      </a:lvl5pPr>
      <a:lvl6pPr marL="3657234" marR="0" indent="-609539" algn="l" defTabSz="2438094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6773" marR="0" indent="-609539" algn="l" defTabSz="2438094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312" marR="0" indent="-609539" algn="l" defTabSz="2438094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5851" marR="0" indent="-609539" algn="l" defTabSz="2438094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14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14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14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14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14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14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14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14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14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theme/theme1.xml><?xml version="1.0" encoding="utf-8"?>
<a:theme xmlns:a="http://schemas.openxmlformats.org/drawingml/2006/main" name="22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Custom</PresentationFormat>
  <Slides>0</Slides>
  <Notes>0</Notes>
  <HiddenSlides>0</HiddenSlides>
  <Company>Lean Corporate Services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Lean Corporate</dc:title>
  <dc:creator>Lean Corporate Services</dc:creator>
  <cp:lastModifiedBy/>
  <cp:revision>1</cp:revision>
  <cp:lastPrinted>2026-03-02T07:55:58Z</cp:lastPrinted>
  <dcterms:created xsi:type="dcterms:W3CDTF">2012-08-24T00:53:15Z</dcterms:created>
  <dcterms:modified xsi:type="dcterms:W3CDTF">2026-03-09T13:20:44Z</dcterms:modified>
  <dc:subject/>
  <cp:keywords/>
  <dc:description/>
</cp:coreProperties>
</file>